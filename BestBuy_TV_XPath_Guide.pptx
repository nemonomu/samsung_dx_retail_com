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BestBuy TV 크롤러</a:t>
            </a:r>
          </a:p>
          <a:p>
            <a:pPr algn="ctr">
              <a:defRPr sz="2400"/>
            </a:pPr>
            <a:r>
              <a:t>XPath 설정 가이드 (신규입사자용)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1.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■ 설정 테이블: bby_tv_config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■ XPath 수정 SQL:</a:t>
            </a:r>
          </a:p>
          <a:p>
            <a:pPr>
              <a:spcAft>
                <a:spcPts val="800"/>
              </a:spcAft>
              <a:defRPr sz="1800"/>
            </a:pPr>
            <a:r>
              <a:t>   UPDATE bby_tv_config</a:t>
            </a:r>
          </a:p>
          <a:p>
            <a:pPr>
              <a:spcAft>
                <a:spcPts val="800"/>
              </a:spcAft>
              <a:defRPr sz="1800"/>
            </a:pPr>
            <a:r>
              <a:t>   SET config_value = '새로운_xpath'</a:t>
            </a:r>
          </a:p>
          <a:p>
            <a:pPr>
              <a:spcAft>
                <a:spcPts val="800"/>
              </a:spcAft>
              <a:defRPr sz="1800"/>
            </a:pPr>
            <a:r>
              <a:t>   WHERE category = 'xpath'</a:t>
            </a:r>
          </a:p>
          <a:p>
            <a:pPr>
              <a:spcAft>
                <a:spcPts val="800"/>
              </a:spcAft>
              <a:defRPr sz="1800"/>
            </a:pPr>
            <a:r>
              <a:t>     AND config_key = '컬럼명'</a:t>
            </a:r>
          </a:p>
          <a:p>
            <a:pPr>
              <a:spcAft>
                <a:spcPts val="800"/>
              </a:spcAft>
              <a:defRPr sz="1800"/>
            </a:pPr>
            <a:r>
              <a:t>     AND file_name = '파일명'</a:t>
            </a:r>
          </a:p>
          <a:p>
            <a:pPr>
              <a:spcAft>
                <a:spcPts val="800"/>
              </a:spcAft>
              <a:defRPr sz="1800"/>
            </a:pPr>
            <a:r>
              <a:t>     AND priority = 1;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■ priority: 1순위 실패 시 2순위 시도 (fallback 구조)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리스트 페이지 (bby_tv_main1, bby_tv_bsr1)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116128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config_key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수집 데이터 예시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product_container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상품 카드 전체 영역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&lt;li class="product-list-item"&gt;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product_title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상품명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Samsung 65" Class OLED S90D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product_url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상품 상세 URL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/site/samsung-65.../6576038.p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product_link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상품 링크 요소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클릭 가능한 &lt;a&gt; 태그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offer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추가 할인 정보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+4 Offers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pickup_availability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매장 픽업 가능 여부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Pick up today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shipping_availability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배송 정보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Get it by Jan 25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delivery_availability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배달 가능 여부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Delivery available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sponsored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광고 상품 여부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광고 배지 유무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프로모션 페이지 (bby_tv_pmt1)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116128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config_key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수집 데이터 예시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all_sections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프로모션 섹션 전체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&lt;section&gt; 영역들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carousel_list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상품 캐러셀 리스트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가로 스크롤 상품 목록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product_item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개별 상품 아이템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캐러셀 내 각 상품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product_name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상품명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LG 55" Class OLED B4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product_url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상품 URL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상세 페이지 링크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offer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할인 정보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Save $300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h2_headline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섹션 제목 (H2)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Top TV Deals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p_subtitle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섹션 부제목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Limited time offers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section_title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섹션 타이틀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각 프로모션 영역 제목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트렌딩 딜 (bby_tv_trend_crawl)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config_key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수집 데이터 예시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trending_section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트렌딩 딜 섹션 영역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Trending deals 컨테이너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tvs_button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TVs &amp; Projectors 탭 버튼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카테고리 선택 버튼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product_items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상품 목록 컨테이너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트렌딩 상품들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product_name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상품명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Sony 75" Class BRAVIA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product_url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상품 URL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상세 페이지 링크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트렌딩 순위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#1, #2 등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상세 페이지 (bby_tv_dt1)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116128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config_key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수집 데이터 예시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product_title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상품명 (상세)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전체 상품명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final_price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최종 판매가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$1,299.99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model_number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모델 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QN65S90D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overall_rating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평점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4.7 out of 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review_count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리뷰 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(1,234 reviews)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specs_button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스펙 펼치기 버튼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상세 스펙 보기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see_all_reviews_btn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리뷰 더보기 버튼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전체 리뷰 페이지 이동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next_page_btn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리뷰 다음 페이지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리뷰 페이지네이션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top_mentions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리뷰 키워드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Picture quality, Easy setup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자주 수정하는 XPath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116128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76"/>
                <a:gridCol w="2322576"/>
                <a:gridCol w="2322576"/>
                <a:gridCol w="2322576"/>
                <a:gridCol w="2322576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순위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config_key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파일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변경 빈도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사유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product_title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전체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높음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클래스명 변경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product_url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전체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높음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data-testid 변경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tvs_button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trend_crawl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높음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홈페이지 구조 변경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top_mentions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중간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리뷰 섹션 개편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offer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main1, pmt1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중간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할인 배지 디자인 변경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7. XPath 수정 예시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■ 상황: 상품명 클래스가 product-title → item-name으로 변경됨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-- 1순위 XPath 수정</a:t>
            </a:r>
          </a:p>
          <a:p>
            <a:pPr>
              <a:spcAft>
                <a:spcPts val="800"/>
              </a:spcAft>
              <a:defRPr sz="1800"/>
            </a:pPr>
            <a:r>
              <a:t>UPDATE bby_tv_config</a:t>
            </a:r>
          </a:p>
          <a:p>
            <a:pPr>
              <a:spcAft>
                <a:spcPts val="800"/>
              </a:spcAft>
              <a:defRPr sz="1800"/>
            </a:pPr>
            <a:r>
              <a:t>SET config_value = './/h2[contains(@class, "item-name")]'</a:t>
            </a:r>
          </a:p>
          <a:p>
            <a:pPr>
              <a:spcAft>
                <a:spcPts val="800"/>
              </a:spcAft>
              <a:defRPr sz="1800"/>
            </a:pPr>
            <a:r>
              <a:t>WHERE category = 'xpath'</a:t>
            </a:r>
          </a:p>
          <a:p>
            <a:pPr>
              <a:spcAft>
                <a:spcPts val="800"/>
              </a:spcAft>
              <a:defRPr sz="1800"/>
            </a:pPr>
            <a:r>
              <a:t>  AND config_key = 'product_title'</a:t>
            </a:r>
          </a:p>
          <a:p>
            <a:pPr>
              <a:spcAft>
                <a:spcPts val="800"/>
              </a:spcAft>
              <a:defRPr sz="1800"/>
            </a:pPr>
            <a:r>
              <a:t>  AND file_name = 'bby_tv_main1'</a:t>
            </a:r>
          </a:p>
          <a:p>
            <a:pPr>
              <a:spcAft>
                <a:spcPts val="800"/>
              </a:spcAft>
              <a:defRPr sz="1800"/>
            </a:pPr>
            <a:r>
              <a:t>  AND priority = 1;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8. 주의사항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1. 테스트 필수</a:t>
            </a:r>
          </a:p>
          <a:p>
            <a:pPr>
              <a:spcAft>
                <a:spcPts val="800"/>
              </a:spcAft>
              <a:defRPr sz="1800"/>
            </a:pPr>
            <a:r>
              <a:t>   - 수정 후 해당 크롤러 단독 실행하여 확인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2. 백업</a:t>
            </a:r>
          </a:p>
          <a:p>
            <a:pPr>
              <a:spcAft>
                <a:spcPts val="800"/>
              </a:spcAft>
              <a:defRPr sz="1800"/>
            </a:pPr>
            <a:r>
              <a:t>   - 수정 전 기존 값 메모</a:t>
            </a:r>
          </a:p>
          <a:p>
            <a:pPr>
              <a:spcAft>
                <a:spcPts val="800"/>
              </a:spcAft>
              <a:defRPr sz="1800"/>
            </a:pPr>
            <a:r>
              <a:t>   - 또는 is_active = FALSE로 비활성화 후 새로 추가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3. priority 순서</a:t>
            </a:r>
          </a:p>
          <a:p>
            <a:pPr>
              <a:spcAft>
                <a:spcPts val="800"/>
              </a:spcAft>
              <a:defRPr sz="1800"/>
            </a:pPr>
            <a:r>
              <a:t>   - 낮은 숫자가 먼저 시도됨 (1 → 2 → 3)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4. file_name 정확히</a:t>
            </a:r>
          </a:p>
          <a:p>
            <a:pPr>
              <a:spcAft>
                <a:spcPts val="800"/>
              </a:spcAft>
              <a:defRPr sz="1800"/>
            </a:pPr>
            <a:r>
              <a:t>   - 오타 시 적용 안 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